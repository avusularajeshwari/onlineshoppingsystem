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4"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664C62-6962-4BE4-8782-CA3DDB70B8F8}" v="9" dt="2026-03-28T03:49:23.3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USULA RAJESHWARI" userId="bf730841549d13eb" providerId="LiveId" clId="{0CEFD7C5-A383-4BB0-BE16-82C6AC57379F}"/>
    <pc:docChg chg="undo custSel addSld modSld sldOrd">
      <pc:chgData name="AVUSULA RAJESHWARI" userId="bf730841549d13eb" providerId="LiveId" clId="{0CEFD7C5-A383-4BB0-BE16-82C6AC57379F}" dt="2026-03-28T03:49:53.763" v="653" actId="20577"/>
      <pc:docMkLst>
        <pc:docMk/>
      </pc:docMkLst>
      <pc:sldChg chg="addSp modSp mod">
        <pc:chgData name="AVUSULA RAJESHWARI" userId="bf730841549d13eb" providerId="LiveId" clId="{0CEFD7C5-A383-4BB0-BE16-82C6AC57379F}" dt="2026-03-28T03:21:21.024" v="390" actId="20577"/>
        <pc:sldMkLst>
          <pc:docMk/>
          <pc:sldMk cId="3263555580" sldId="260"/>
        </pc:sldMkLst>
        <pc:spChg chg="mod">
          <ac:chgData name="AVUSULA RAJESHWARI" userId="bf730841549d13eb" providerId="LiveId" clId="{0CEFD7C5-A383-4BB0-BE16-82C6AC57379F}" dt="2026-03-28T03:21:21.024" v="390" actId="20577"/>
          <ac:spMkLst>
            <pc:docMk/>
            <pc:sldMk cId="3263555580" sldId="260"/>
            <ac:spMk id="3" creationId="{CE998476-C157-97D2-3387-EA3E8F775A9C}"/>
          </ac:spMkLst>
        </pc:spChg>
        <pc:picChg chg="add mod">
          <ac:chgData name="AVUSULA RAJESHWARI" userId="bf730841549d13eb" providerId="LiveId" clId="{0CEFD7C5-A383-4BB0-BE16-82C6AC57379F}" dt="2026-03-28T03:21:07.891" v="348" actId="1076"/>
          <ac:picMkLst>
            <pc:docMk/>
            <pc:sldMk cId="3263555580" sldId="260"/>
            <ac:picMk id="4" creationId="{F5BE9921-21BD-1BDF-EAAA-B98B368A8735}"/>
          </ac:picMkLst>
        </pc:picChg>
      </pc:sldChg>
      <pc:sldChg chg="addSp modSp add mod">
        <pc:chgData name="AVUSULA RAJESHWARI" userId="bf730841549d13eb" providerId="LiveId" clId="{0CEFD7C5-A383-4BB0-BE16-82C6AC57379F}" dt="2026-03-28T03:18:46.653" v="241" actId="20577"/>
        <pc:sldMkLst>
          <pc:docMk/>
          <pc:sldMk cId="4072352047" sldId="261"/>
        </pc:sldMkLst>
        <pc:spChg chg="mod">
          <ac:chgData name="AVUSULA RAJESHWARI" userId="bf730841549d13eb" providerId="LiveId" clId="{0CEFD7C5-A383-4BB0-BE16-82C6AC57379F}" dt="2026-03-28T03:18:46.653" v="241" actId="20577"/>
          <ac:spMkLst>
            <pc:docMk/>
            <pc:sldMk cId="4072352047" sldId="261"/>
            <ac:spMk id="4" creationId="{2EB0D0B8-2EC2-75A0-DBD3-4FCE5D23207D}"/>
          </ac:spMkLst>
        </pc:spChg>
        <pc:picChg chg="add mod">
          <ac:chgData name="AVUSULA RAJESHWARI" userId="bf730841549d13eb" providerId="LiveId" clId="{0CEFD7C5-A383-4BB0-BE16-82C6AC57379F}" dt="2026-03-28T03:17:27.870" v="160" actId="14100"/>
          <ac:picMkLst>
            <pc:docMk/>
            <pc:sldMk cId="4072352047" sldId="261"/>
            <ac:picMk id="3" creationId="{1EFA8C72-AE43-FC71-1A8E-738527445CDF}"/>
          </ac:picMkLst>
        </pc:picChg>
      </pc:sldChg>
      <pc:sldChg chg="addSp delSp modSp add mod">
        <pc:chgData name="AVUSULA RAJESHWARI" userId="bf730841549d13eb" providerId="LiveId" clId="{0CEFD7C5-A383-4BB0-BE16-82C6AC57379F}" dt="2026-03-28T03:20:33.656" v="322" actId="1076"/>
        <pc:sldMkLst>
          <pc:docMk/>
          <pc:sldMk cId="3608999921" sldId="262"/>
        </pc:sldMkLst>
        <pc:spChg chg="mod">
          <ac:chgData name="AVUSULA RAJESHWARI" userId="bf730841549d13eb" providerId="LiveId" clId="{0CEFD7C5-A383-4BB0-BE16-82C6AC57379F}" dt="2026-03-28T03:20:03.881" v="317" actId="20577"/>
          <ac:spMkLst>
            <pc:docMk/>
            <pc:sldMk cId="3608999921" sldId="262"/>
            <ac:spMk id="4" creationId="{47535B53-F231-1F9F-CD81-FCCAF84047F8}"/>
          </ac:spMkLst>
        </pc:spChg>
        <pc:picChg chg="del">
          <ac:chgData name="AVUSULA RAJESHWARI" userId="bf730841549d13eb" providerId="LiveId" clId="{0CEFD7C5-A383-4BB0-BE16-82C6AC57379F}" dt="2026-03-28T03:20:07.498" v="318" actId="21"/>
          <ac:picMkLst>
            <pc:docMk/>
            <pc:sldMk cId="3608999921" sldId="262"/>
            <ac:picMk id="3" creationId="{C3E7768B-5A0E-6525-473D-EDA8274D3998}"/>
          </ac:picMkLst>
        </pc:picChg>
        <pc:picChg chg="add mod">
          <ac:chgData name="AVUSULA RAJESHWARI" userId="bf730841549d13eb" providerId="LiveId" clId="{0CEFD7C5-A383-4BB0-BE16-82C6AC57379F}" dt="2026-03-28T03:20:33.656" v="322" actId="1076"/>
          <ac:picMkLst>
            <pc:docMk/>
            <pc:sldMk cId="3608999921" sldId="262"/>
            <ac:picMk id="6" creationId="{718546D9-B832-B5E9-7CE6-2588D616547A}"/>
          </ac:picMkLst>
        </pc:picChg>
      </pc:sldChg>
      <pc:sldChg chg="addSp delSp modSp add mod ord">
        <pc:chgData name="AVUSULA RAJESHWARI" userId="bf730841549d13eb" providerId="LiveId" clId="{0CEFD7C5-A383-4BB0-BE16-82C6AC57379F}" dt="2026-03-28T03:49:53.763" v="653" actId="20577"/>
        <pc:sldMkLst>
          <pc:docMk/>
          <pc:sldMk cId="808360955" sldId="263"/>
        </pc:sldMkLst>
        <pc:spChg chg="add mod">
          <ac:chgData name="AVUSULA RAJESHWARI" userId="bf730841549d13eb" providerId="LiveId" clId="{0CEFD7C5-A383-4BB0-BE16-82C6AC57379F}" dt="2026-03-28T03:49:53.763" v="653" actId="20577"/>
          <ac:spMkLst>
            <pc:docMk/>
            <pc:sldMk cId="808360955" sldId="263"/>
            <ac:spMk id="3" creationId="{6E162EF7-8608-819C-295A-15CFCE658268}"/>
          </ac:spMkLst>
        </pc:spChg>
        <pc:spChg chg="del mod">
          <ac:chgData name="AVUSULA RAJESHWARI" userId="bf730841549d13eb" providerId="LiveId" clId="{0CEFD7C5-A383-4BB0-BE16-82C6AC57379F}" dt="2026-03-28T03:21:59.461" v="407" actId="21"/>
          <ac:spMkLst>
            <pc:docMk/>
            <pc:sldMk cId="808360955" sldId="263"/>
            <ac:spMk id="4" creationId="{AA5936B1-73B2-EC0F-FC73-E7B48C75D896}"/>
          </ac:spMkLst>
        </pc:spChg>
        <pc:picChg chg="del">
          <ac:chgData name="AVUSULA RAJESHWARI" userId="bf730841549d13eb" providerId="LiveId" clId="{0CEFD7C5-A383-4BB0-BE16-82C6AC57379F}" dt="2026-03-28T03:22:05.209" v="408" actId="21"/>
          <ac:picMkLst>
            <pc:docMk/>
            <pc:sldMk cId="808360955" sldId="263"/>
            <ac:picMk id="6" creationId="{93B7D2E3-26B4-D640-BA8B-1EC386CCBE98}"/>
          </ac:picMkLst>
        </pc:picChg>
      </pc:sldChg>
      <pc:sldChg chg="addSp delSp modSp add mod">
        <pc:chgData name="AVUSULA RAJESHWARI" userId="bf730841549d13eb" providerId="LiveId" clId="{0CEFD7C5-A383-4BB0-BE16-82C6AC57379F}" dt="2026-03-28T03:48:23.072" v="617" actId="1076"/>
        <pc:sldMkLst>
          <pc:docMk/>
          <pc:sldMk cId="1847842255" sldId="264"/>
        </pc:sldMkLst>
        <pc:spChg chg="mod">
          <ac:chgData name="AVUSULA RAJESHWARI" userId="bf730841549d13eb" providerId="LiveId" clId="{0CEFD7C5-A383-4BB0-BE16-82C6AC57379F}" dt="2026-03-28T03:23:29.731" v="452" actId="14100"/>
          <ac:spMkLst>
            <pc:docMk/>
            <pc:sldMk cId="1847842255" sldId="264"/>
            <ac:spMk id="3" creationId="{13E6F1DC-7592-2F74-825E-513A36D6B26F}"/>
          </ac:spMkLst>
        </pc:spChg>
        <pc:picChg chg="add del mod">
          <ac:chgData name="AVUSULA RAJESHWARI" userId="bf730841549d13eb" providerId="LiveId" clId="{0CEFD7C5-A383-4BB0-BE16-82C6AC57379F}" dt="2026-03-28T03:44:46.588" v="510" actId="931"/>
          <ac:picMkLst>
            <pc:docMk/>
            <pc:sldMk cId="1847842255" sldId="264"/>
            <ac:picMk id="4" creationId="{B92E8033-1A13-7444-ED2C-54FA63612047}"/>
          </ac:picMkLst>
        </pc:picChg>
        <pc:picChg chg="add mod">
          <ac:chgData name="AVUSULA RAJESHWARI" userId="bf730841549d13eb" providerId="LiveId" clId="{0CEFD7C5-A383-4BB0-BE16-82C6AC57379F}" dt="2026-03-28T03:48:23.072" v="617" actId="1076"/>
          <ac:picMkLst>
            <pc:docMk/>
            <pc:sldMk cId="1847842255" sldId="264"/>
            <ac:picMk id="7" creationId="{C831AEB2-C1D0-EF27-0B00-BBEAEACA939A}"/>
          </ac:picMkLst>
        </pc:picChg>
      </pc:sldChg>
      <pc:sldChg chg="addSp delSp modSp add mod">
        <pc:chgData name="AVUSULA RAJESHWARI" userId="bf730841549d13eb" providerId="LiveId" clId="{0CEFD7C5-A383-4BB0-BE16-82C6AC57379F}" dt="2026-03-28T03:47:45.094" v="613" actId="1076"/>
        <pc:sldMkLst>
          <pc:docMk/>
          <pc:sldMk cId="521555332" sldId="265"/>
        </pc:sldMkLst>
        <pc:spChg chg="mod">
          <ac:chgData name="AVUSULA RAJESHWARI" userId="bf730841549d13eb" providerId="LiveId" clId="{0CEFD7C5-A383-4BB0-BE16-82C6AC57379F}" dt="2026-03-28T03:46:08.231" v="609" actId="313"/>
          <ac:spMkLst>
            <pc:docMk/>
            <pc:sldMk cId="521555332" sldId="265"/>
            <ac:spMk id="4" creationId="{FBF84D5C-3224-FF5B-FAF0-2C93BBDB7F11}"/>
          </ac:spMkLst>
        </pc:spChg>
        <pc:picChg chg="add mod">
          <ac:chgData name="AVUSULA RAJESHWARI" userId="bf730841549d13eb" providerId="LiveId" clId="{0CEFD7C5-A383-4BB0-BE16-82C6AC57379F}" dt="2026-03-28T03:47:45.094" v="613" actId="1076"/>
          <ac:picMkLst>
            <pc:docMk/>
            <pc:sldMk cId="521555332" sldId="265"/>
            <ac:picMk id="3" creationId="{8D22F47D-3AB4-FC41-4414-CBE0EE31189F}"/>
          </ac:picMkLst>
        </pc:picChg>
        <pc:picChg chg="del">
          <ac:chgData name="AVUSULA RAJESHWARI" userId="bf730841549d13eb" providerId="LiveId" clId="{0CEFD7C5-A383-4BB0-BE16-82C6AC57379F}" dt="2026-03-28T03:45:48.659" v="608" actId="21"/>
          <ac:picMkLst>
            <pc:docMk/>
            <pc:sldMk cId="521555332" sldId="265"/>
            <ac:picMk id="6" creationId="{D3880E6A-2A6E-795F-5FB6-7B5FAE1A81E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93DA5-CBD8-05F6-57E0-C68B846EFA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C41B464-1428-1D67-3300-A729FED98B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0D4B09-2249-9528-9525-C90DBE5AD540}"/>
              </a:ext>
            </a:extLst>
          </p:cNvPr>
          <p:cNvSpPr>
            <a:spLocks noGrp="1"/>
          </p:cNvSpPr>
          <p:nvPr>
            <p:ph type="dt" sz="half" idx="10"/>
          </p:nvPr>
        </p:nvSpPr>
        <p:spPr/>
        <p:txBody>
          <a:bodyPr/>
          <a:lstStyle/>
          <a:p>
            <a:fld id="{388F897D-E3F5-4A59-B513-3E71BAF4F883}" type="datetimeFigureOut">
              <a:rPr lang="en-IN" smtClean="0"/>
              <a:t>28-03-2026</a:t>
            </a:fld>
            <a:endParaRPr lang="en-IN"/>
          </a:p>
        </p:txBody>
      </p:sp>
      <p:sp>
        <p:nvSpPr>
          <p:cNvPr id="5" name="Footer Placeholder 4">
            <a:extLst>
              <a:ext uri="{FF2B5EF4-FFF2-40B4-BE49-F238E27FC236}">
                <a16:creationId xmlns:a16="http://schemas.microsoft.com/office/drawing/2014/main" id="{E97F41B4-AE9B-F9F5-79EF-86D7D1D01A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1EC648-48AC-96FB-BCFE-7DA4109B712F}"/>
              </a:ext>
            </a:extLst>
          </p:cNvPr>
          <p:cNvSpPr>
            <a:spLocks noGrp="1"/>
          </p:cNvSpPr>
          <p:nvPr>
            <p:ph type="sldNum" sz="quarter" idx="12"/>
          </p:nvPr>
        </p:nvSpPr>
        <p:spPr/>
        <p:txBody>
          <a:bodyPr/>
          <a:lstStyle/>
          <a:p>
            <a:fld id="{78E5B91B-0328-4B2D-8B8B-22AB8666DD37}" type="slidenum">
              <a:rPr lang="en-IN" smtClean="0"/>
              <a:t>‹#›</a:t>
            </a:fld>
            <a:endParaRPr lang="en-IN"/>
          </a:p>
        </p:txBody>
      </p:sp>
    </p:spTree>
    <p:extLst>
      <p:ext uri="{BB962C8B-B14F-4D97-AF65-F5344CB8AC3E}">
        <p14:creationId xmlns:p14="http://schemas.microsoft.com/office/powerpoint/2010/main" val="3320838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23103-DCF2-673B-72AE-43A704D6DC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36E472-FB84-CABD-E070-1A3CE2874D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3F2B95-611D-BBBC-F327-8117604CF4E9}"/>
              </a:ext>
            </a:extLst>
          </p:cNvPr>
          <p:cNvSpPr>
            <a:spLocks noGrp="1"/>
          </p:cNvSpPr>
          <p:nvPr>
            <p:ph type="dt" sz="half" idx="10"/>
          </p:nvPr>
        </p:nvSpPr>
        <p:spPr/>
        <p:txBody>
          <a:bodyPr/>
          <a:lstStyle/>
          <a:p>
            <a:fld id="{388F897D-E3F5-4A59-B513-3E71BAF4F883}" type="datetimeFigureOut">
              <a:rPr lang="en-IN" smtClean="0"/>
              <a:t>28-03-2026</a:t>
            </a:fld>
            <a:endParaRPr lang="en-IN"/>
          </a:p>
        </p:txBody>
      </p:sp>
      <p:sp>
        <p:nvSpPr>
          <p:cNvPr id="5" name="Footer Placeholder 4">
            <a:extLst>
              <a:ext uri="{FF2B5EF4-FFF2-40B4-BE49-F238E27FC236}">
                <a16:creationId xmlns:a16="http://schemas.microsoft.com/office/drawing/2014/main" id="{F7E97A69-9055-DFB9-7E54-D5DFE17562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299E92-2A8B-0BDD-B261-0D5DFCCEE029}"/>
              </a:ext>
            </a:extLst>
          </p:cNvPr>
          <p:cNvSpPr>
            <a:spLocks noGrp="1"/>
          </p:cNvSpPr>
          <p:nvPr>
            <p:ph type="sldNum" sz="quarter" idx="12"/>
          </p:nvPr>
        </p:nvSpPr>
        <p:spPr/>
        <p:txBody>
          <a:bodyPr/>
          <a:lstStyle/>
          <a:p>
            <a:fld id="{78E5B91B-0328-4B2D-8B8B-22AB8666DD37}" type="slidenum">
              <a:rPr lang="en-IN" smtClean="0"/>
              <a:t>‹#›</a:t>
            </a:fld>
            <a:endParaRPr lang="en-IN"/>
          </a:p>
        </p:txBody>
      </p:sp>
    </p:spTree>
    <p:extLst>
      <p:ext uri="{BB962C8B-B14F-4D97-AF65-F5344CB8AC3E}">
        <p14:creationId xmlns:p14="http://schemas.microsoft.com/office/powerpoint/2010/main" val="177341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643EB-CFAB-CE64-D29A-7969408828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DFE40F-801B-7444-3711-04D86975A7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7D68DE-7C67-55A8-0F04-43BD74895FA7}"/>
              </a:ext>
            </a:extLst>
          </p:cNvPr>
          <p:cNvSpPr>
            <a:spLocks noGrp="1"/>
          </p:cNvSpPr>
          <p:nvPr>
            <p:ph type="dt" sz="half" idx="10"/>
          </p:nvPr>
        </p:nvSpPr>
        <p:spPr/>
        <p:txBody>
          <a:bodyPr/>
          <a:lstStyle/>
          <a:p>
            <a:fld id="{388F897D-E3F5-4A59-B513-3E71BAF4F883}" type="datetimeFigureOut">
              <a:rPr lang="en-IN" smtClean="0"/>
              <a:t>28-03-2026</a:t>
            </a:fld>
            <a:endParaRPr lang="en-IN"/>
          </a:p>
        </p:txBody>
      </p:sp>
      <p:sp>
        <p:nvSpPr>
          <p:cNvPr id="5" name="Footer Placeholder 4">
            <a:extLst>
              <a:ext uri="{FF2B5EF4-FFF2-40B4-BE49-F238E27FC236}">
                <a16:creationId xmlns:a16="http://schemas.microsoft.com/office/drawing/2014/main" id="{8A52EE91-21D2-6C13-E601-DBF0E755B0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7EEFAB-06C8-98C2-8D17-DCD5A7E914D2}"/>
              </a:ext>
            </a:extLst>
          </p:cNvPr>
          <p:cNvSpPr>
            <a:spLocks noGrp="1"/>
          </p:cNvSpPr>
          <p:nvPr>
            <p:ph type="sldNum" sz="quarter" idx="12"/>
          </p:nvPr>
        </p:nvSpPr>
        <p:spPr/>
        <p:txBody>
          <a:bodyPr/>
          <a:lstStyle/>
          <a:p>
            <a:fld id="{78E5B91B-0328-4B2D-8B8B-22AB8666DD37}" type="slidenum">
              <a:rPr lang="en-IN" smtClean="0"/>
              <a:t>‹#›</a:t>
            </a:fld>
            <a:endParaRPr lang="en-IN"/>
          </a:p>
        </p:txBody>
      </p:sp>
    </p:spTree>
    <p:extLst>
      <p:ext uri="{BB962C8B-B14F-4D97-AF65-F5344CB8AC3E}">
        <p14:creationId xmlns:p14="http://schemas.microsoft.com/office/powerpoint/2010/main" val="138900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87146-30BB-528B-AF8C-9BB202EB9F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E18DE3A-5708-435F-8C7A-E4ABFAB532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CF9B48-387A-5630-6F4B-33576A7631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91BE463-5CA8-ABDE-DBCE-3BE1162E6745}"/>
              </a:ext>
            </a:extLst>
          </p:cNvPr>
          <p:cNvSpPr>
            <a:spLocks noGrp="1"/>
          </p:cNvSpPr>
          <p:nvPr>
            <p:ph type="dt" sz="half" idx="10"/>
          </p:nvPr>
        </p:nvSpPr>
        <p:spPr/>
        <p:txBody>
          <a:bodyPr/>
          <a:lstStyle/>
          <a:p>
            <a:fld id="{388F897D-E3F5-4A59-B513-3E71BAF4F883}" type="datetimeFigureOut">
              <a:rPr lang="en-IN" smtClean="0"/>
              <a:t>28-03-2026</a:t>
            </a:fld>
            <a:endParaRPr lang="en-IN"/>
          </a:p>
        </p:txBody>
      </p:sp>
      <p:sp>
        <p:nvSpPr>
          <p:cNvPr id="6" name="Footer Placeholder 5">
            <a:extLst>
              <a:ext uri="{FF2B5EF4-FFF2-40B4-BE49-F238E27FC236}">
                <a16:creationId xmlns:a16="http://schemas.microsoft.com/office/drawing/2014/main" id="{B094DD86-2D27-356F-E97A-0583F608FA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909EA0-3807-646E-09D8-DFB844D9FDCC}"/>
              </a:ext>
            </a:extLst>
          </p:cNvPr>
          <p:cNvSpPr>
            <a:spLocks noGrp="1"/>
          </p:cNvSpPr>
          <p:nvPr>
            <p:ph type="sldNum" sz="quarter" idx="12"/>
          </p:nvPr>
        </p:nvSpPr>
        <p:spPr/>
        <p:txBody>
          <a:bodyPr/>
          <a:lstStyle/>
          <a:p>
            <a:fld id="{78E5B91B-0328-4B2D-8B8B-22AB8666DD37}" type="slidenum">
              <a:rPr lang="en-IN" smtClean="0"/>
              <a:t>‹#›</a:t>
            </a:fld>
            <a:endParaRPr lang="en-IN"/>
          </a:p>
        </p:txBody>
      </p:sp>
    </p:spTree>
    <p:extLst>
      <p:ext uri="{BB962C8B-B14F-4D97-AF65-F5344CB8AC3E}">
        <p14:creationId xmlns:p14="http://schemas.microsoft.com/office/powerpoint/2010/main" val="3966559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DF3EA-9A55-2614-F740-956E6640147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A5FBF2-6472-01CE-3CDE-244E56CEFE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478548-3B08-98D8-978D-63279934A8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7E3E71-1272-41C5-F743-EBA447AB63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BFFF27-02EA-1C79-380B-68FB37C751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54F8806-EFA6-CAA2-B9C5-7D8B172317F3}"/>
              </a:ext>
            </a:extLst>
          </p:cNvPr>
          <p:cNvSpPr>
            <a:spLocks noGrp="1"/>
          </p:cNvSpPr>
          <p:nvPr>
            <p:ph type="dt" sz="half" idx="10"/>
          </p:nvPr>
        </p:nvSpPr>
        <p:spPr/>
        <p:txBody>
          <a:bodyPr/>
          <a:lstStyle/>
          <a:p>
            <a:fld id="{388F897D-E3F5-4A59-B513-3E71BAF4F883}" type="datetimeFigureOut">
              <a:rPr lang="en-IN" smtClean="0"/>
              <a:t>28-03-2026</a:t>
            </a:fld>
            <a:endParaRPr lang="en-IN"/>
          </a:p>
        </p:txBody>
      </p:sp>
      <p:sp>
        <p:nvSpPr>
          <p:cNvPr id="8" name="Footer Placeholder 7">
            <a:extLst>
              <a:ext uri="{FF2B5EF4-FFF2-40B4-BE49-F238E27FC236}">
                <a16:creationId xmlns:a16="http://schemas.microsoft.com/office/drawing/2014/main" id="{69C78CB2-C0A1-83CB-0A63-2B94EE339E2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84133FD-E2F0-3B24-34BE-CDE01C34551E}"/>
              </a:ext>
            </a:extLst>
          </p:cNvPr>
          <p:cNvSpPr>
            <a:spLocks noGrp="1"/>
          </p:cNvSpPr>
          <p:nvPr>
            <p:ph type="sldNum" sz="quarter" idx="12"/>
          </p:nvPr>
        </p:nvSpPr>
        <p:spPr/>
        <p:txBody>
          <a:bodyPr/>
          <a:lstStyle/>
          <a:p>
            <a:fld id="{78E5B91B-0328-4B2D-8B8B-22AB8666DD37}" type="slidenum">
              <a:rPr lang="en-IN" smtClean="0"/>
              <a:t>‹#›</a:t>
            </a:fld>
            <a:endParaRPr lang="en-IN"/>
          </a:p>
        </p:txBody>
      </p:sp>
    </p:spTree>
    <p:extLst>
      <p:ext uri="{BB962C8B-B14F-4D97-AF65-F5344CB8AC3E}">
        <p14:creationId xmlns:p14="http://schemas.microsoft.com/office/powerpoint/2010/main" val="2019450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3C18E-72CC-BE9B-F27C-91E022CD92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D84C76-76D4-D1D3-F334-6CF95450195A}"/>
              </a:ext>
            </a:extLst>
          </p:cNvPr>
          <p:cNvSpPr>
            <a:spLocks noGrp="1"/>
          </p:cNvSpPr>
          <p:nvPr>
            <p:ph type="dt" sz="half" idx="10"/>
          </p:nvPr>
        </p:nvSpPr>
        <p:spPr/>
        <p:txBody>
          <a:bodyPr/>
          <a:lstStyle/>
          <a:p>
            <a:fld id="{388F897D-E3F5-4A59-B513-3E71BAF4F883}" type="datetimeFigureOut">
              <a:rPr lang="en-IN" smtClean="0"/>
              <a:t>28-03-2026</a:t>
            </a:fld>
            <a:endParaRPr lang="en-IN"/>
          </a:p>
        </p:txBody>
      </p:sp>
      <p:sp>
        <p:nvSpPr>
          <p:cNvPr id="4" name="Footer Placeholder 3">
            <a:extLst>
              <a:ext uri="{FF2B5EF4-FFF2-40B4-BE49-F238E27FC236}">
                <a16:creationId xmlns:a16="http://schemas.microsoft.com/office/drawing/2014/main" id="{2AD5C795-E5BF-8497-F51D-EFEF2CCE281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AB58CEE-F469-7D8E-2768-99D9DABF3964}"/>
              </a:ext>
            </a:extLst>
          </p:cNvPr>
          <p:cNvSpPr>
            <a:spLocks noGrp="1"/>
          </p:cNvSpPr>
          <p:nvPr>
            <p:ph type="sldNum" sz="quarter" idx="12"/>
          </p:nvPr>
        </p:nvSpPr>
        <p:spPr/>
        <p:txBody>
          <a:bodyPr/>
          <a:lstStyle/>
          <a:p>
            <a:fld id="{78E5B91B-0328-4B2D-8B8B-22AB8666DD37}" type="slidenum">
              <a:rPr lang="en-IN" smtClean="0"/>
              <a:t>‹#›</a:t>
            </a:fld>
            <a:endParaRPr lang="en-IN"/>
          </a:p>
        </p:txBody>
      </p:sp>
    </p:spTree>
    <p:extLst>
      <p:ext uri="{BB962C8B-B14F-4D97-AF65-F5344CB8AC3E}">
        <p14:creationId xmlns:p14="http://schemas.microsoft.com/office/powerpoint/2010/main" val="2994888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FAEFB3-BA7B-BDDB-120A-E20DEF4D9BD7}"/>
              </a:ext>
            </a:extLst>
          </p:cNvPr>
          <p:cNvSpPr>
            <a:spLocks noGrp="1"/>
          </p:cNvSpPr>
          <p:nvPr>
            <p:ph type="dt" sz="half" idx="10"/>
          </p:nvPr>
        </p:nvSpPr>
        <p:spPr/>
        <p:txBody>
          <a:bodyPr/>
          <a:lstStyle/>
          <a:p>
            <a:fld id="{388F897D-E3F5-4A59-B513-3E71BAF4F883}" type="datetimeFigureOut">
              <a:rPr lang="en-IN" smtClean="0"/>
              <a:t>28-03-2026</a:t>
            </a:fld>
            <a:endParaRPr lang="en-IN"/>
          </a:p>
        </p:txBody>
      </p:sp>
      <p:sp>
        <p:nvSpPr>
          <p:cNvPr id="3" name="Footer Placeholder 2">
            <a:extLst>
              <a:ext uri="{FF2B5EF4-FFF2-40B4-BE49-F238E27FC236}">
                <a16:creationId xmlns:a16="http://schemas.microsoft.com/office/drawing/2014/main" id="{01EC93BE-239F-D54B-2D42-D0315DD5F2F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9580F77-1DD8-325A-26D0-E744A21D9DA9}"/>
              </a:ext>
            </a:extLst>
          </p:cNvPr>
          <p:cNvSpPr>
            <a:spLocks noGrp="1"/>
          </p:cNvSpPr>
          <p:nvPr>
            <p:ph type="sldNum" sz="quarter" idx="12"/>
          </p:nvPr>
        </p:nvSpPr>
        <p:spPr/>
        <p:txBody>
          <a:bodyPr/>
          <a:lstStyle/>
          <a:p>
            <a:fld id="{78E5B91B-0328-4B2D-8B8B-22AB8666DD37}" type="slidenum">
              <a:rPr lang="en-IN" smtClean="0"/>
              <a:t>‹#›</a:t>
            </a:fld>
            <a:endParaRPr lang="en-IN"/>
          </a:p>
        </p:txBody>
      </p:sp>
    </p:spTree>
    <p:extLst>
      <p:ext uri="{BB962C8B-B14F-4D97-AF65-F5344CB8AC3E}">
        <p14:creationId xmlns:p14="http://schemas.microsoft.com/office/powerpoint/2010/main" val="1272305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850A-BAB4-0B98-6DC1-AFBD0BD46F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ED6549-8FAA-F3A2-921A-41CE2BB464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8B149ED-CB05-27EB-B7F9-7960F67930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0A1E6A-0F68-90E5-7997-5427B84613B1}"/>
              </a:ext>
            </a:extLst>
          </p:cNvPr>
          <p:cNvSpPr>
            <a:spLocks noGrp="1"/>
          </p:cNvSpPr>
          <p:nvPr>
            <p:ph type="dt" sz="half" idx="10"/>
          </p:nvPr>
        </p:nvSpPr>
        <p:spPr/>
        <p:txBody>
          <a:bodyPr/>
          <a:lstStyle/>
          <a:p>
            <a:fld id="{388F897D-E3F5-4A59-B513-3E71BAF4F883}" type="datetimeFigureOut">
              <a:rPr lang="en-IN" smtClean="0"/>
              <a:t>28-03-2026</a:t>
            </a:fld>
            <a:endParaRPr lang="en-IN"/>
          </a:p>
        </p:txBody>
      </p:sp>
      <p:sp>
        <p:nvSpPr>
          <p:cNvPr id="6" name="Footer Placeholder 5">
            <a:extLst>
              <a:ext uri="{FF2B5EF4-FFF2-40B4-BE49-F238E27FC236}">
                <a16:creationId xmlns:a16="http://schemas.microsoft.com/office/drawing/2014/main" id="{9444F12F-7AA4-A6CA-8D2D-C98BFD2936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53F579-3DDC-33DD-8F91-F3BA41C1930B}"/>
              </a:ext>
            </a:extLst>
          </p:cNvPr>
          <p:cNvSpPr>
            <a:spLocks noGrp="1"/>
          </p:cNvSpPr>
          <p:nvPr>
            <p:ph type="sldNum" sz="quarter" idx="12"/>
          </p:nvPr>
        </p:nvSpPr>
        <p:spPr/>
        <p:txBody>
          <a:bodyPr/>
          <a:lstStyle/>
          <a:p>
            <a:fld id="{78E5B91B-0328-4B2D-8B8B-22AB8666DD37}" type="slidenum">
              <a:rPr lang="en-IN" smtClean="0"/>
              <a:t>‹#›</a:t>
            </a:fld>
            <a:endParaRPr lang="en-IN"/>
          </a:p>
        </p:txBody>
      </p:sp>
    </p:spTree>
    <p:extLst>
      <p:ext uri="{BB962C8B-B14F-4D97-AF65-F5344CB8AC3E}">
        <p14:creationId xmlns:p14="http://schemas.microsoft.com/office/powerpoint/2010/main" val="3361536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B8FCF-B9C8-3984-DA58-CECE84009D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6EE5A2B-7951-230C-38E0-5DDB6A901B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35D8F2-609B-1991-446D-3890A8D75A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0F0B71-7214-E807-CAAB-E7959AC3425D}"/>
              </a:ext>
            </a:extLst>
          </p:cNvPr>
          <p:cNvSpPr>
            <a:spLocks noGrp="1"/>
          </p:cNvSpPr>
          <p:nvPr>
            <p:ph type="dt" sz="half" idx="10"/>
          </p:nvPr>
        </p:nvSpPr>
        <p:spPr/>
        <p:txBody>
          <a:bodyPr/>
          <a:lstStyle/>
          <a:p>
            <a:fld id="{388F897D-E3F5-4A59-B513-3E71BAF4F883}" type="datetimeFigureOut">
              <a:rPr lang="en-IN" smtClean="0"/>
              <a:t>28-03-2026</a:t>
            </a:fld>
            <a:endParaRPr lang="en-IN"/>
          </a:p>
        </p:txBody>
      </p:sp>
      <p:sp>
        <p:nvSpPr>
          <p:cNvPr id="6" name="Footer Placeholder 5">
            <a:extLst>
              <a:ext uri="{FF2B5EF4-FFF2-40B4-BE49-F238E27FC236}">
                <a16:creationId xmlns:a16="http://schemas.microsoft.com/office/drawing/2014/main" id="{5A982502-9867-2A8A-1CC9-B07DA297B2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81CB4E-C320-4A93-6EC9-2C1301F46572}"/>
              </a:ext>
            </a:extLst>
          </p:cNvPr>
          <p:cNvSpPr>
            <a:spLocks noGrp="1"/>
          </p:cNvSpPr>
          <p:nvPr>
            <p:ph type="sldNum" sz="quarter" idx="12"/>
          </p:nvPr>
        </p:nvSpPr>
        <p:spPr/>
        <p:txBody>
          <a:bodyPr/>
          <a:lstStyle/>
          <a:p>
            <a:fld id="{78E5B91B-0328-4B2D-8B8B-22AB8666DD37}" type="slidenum">
              <a:rPr lang="en-IN" smtClean="0"/>
              <a:t>‹#›</a:t>
            </a:fld>
            <a:endParaRPr lang="en-IN"/>
          </a:p>
        </p:txBody>
      </p:sp>
    </p:spTree>
    <p:extLst>
      <p:ext uri="{BB962C8B-B14F-4D97-AF65-F5344CB8AC3E}">
        <p14:creationId xmlns:p14="http://schemas.microsoft.com/office/powerpoint/2010/main" val="2951599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C8ACB-99DF-8980-406D-F0E96DADC6A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48DCE7-D72B-B85B-3093-A26834F0DA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D3A093-DAB3-3BE9-6212-080088A76ED3}"/>
              </a:ext>
            </a:extLst>
          </p:cNvPr>
          <p:cNvSpPr>
            <a:spLocks noGrp="1"/>
          </p:cNvSpPr>
          <p:nvPr>
            <p:ph type="dt" sz="half" idx="10"/>
          </p:nvPr>
        </p:nvSpPr>
        <p:spPr/>
        <p:txBody>
          <a:bodyPr/>
          <a:lstStyle/>
          <a:p>
            <a:fld id="{388F897D-E3F5-4A59-B513-3E71BAF4F883}" type="datetimeFigureOut">
              <a:rPr lang="en-IN" smtClean="0"/>
              <a:t>28-03-2026</a:t>
            </a:fld>
            <a:endParaRPr lang="en-IN"/>
          </a:p>
        </p:txBody>
      </p:sp>
      <p:sp>
        <p:nvSpPr>
          <p:cNvPr id="5" name="Footer Placeholder 4">
            <a:extLst>
              <a:ext uri="{FF2B5EF4-FFF2-40B4-BE49-F238E27FC236}">
                <a16:creationId xmlns:a16="http://schemas.microsoft.com/office/drawing/2014/main" id="{3BCAB1A6-9194-DF45-69AE-C0C36E8AB6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FC2E15-52FB-EC2C-DF71-9E423545A9BA}"/>
              </a:ext>
            </a:extLst>
          </p:cNvPr>
          <p:cNvSpPr>
            <a:spLocks noGrp="1"/>
          </p:cNvSpPr>
          <p:nvPr>
            <p:ph type="sldNum" sz="quarter" idx="12"/>
          </p:nvPr>
        </p:nvSpPr>
        <p:spPr/>
        <p:txBody>
          <a:bodyPr/>
          <a:lstStyle/>
          <a:p>
            <a:fld id="{78E5B91B-0328-4B2D-8B8B-22AB8666DD37}" type="slidenum">
              <a:rPr lang="en-IN" smtClean="0"/>
              <a:t>‹#›</a:t>
            </a:fld>
            <a:endParaRPr lang="en-IN"/>
          </a:p>
        </p:txBody>
      </p:sp>
    </p:spTree>
    <p:extLst>
      <p:ext uri="{BB962C8B-B14F-4D97-AF65-F5344CB8AC3E}">
        <p14:creationId xmlns:p14="http://schemas.microsoft.com/office/powerpoint/2010/main" val="4286799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D20B62-A850-3D36-2A8C-B8C5EEE347A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18664D-855A-91B3-B20E-E4CDCED6CD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B699F4-0276-D5AB-C2AF-A84819749DDA}"/>
              </a:ext>
            </a:extLst>
          </p:cNvPr>
          <p:cNvSpPr>
            <a:spLocks noGrp="1"/>
          </p:cNvSpPr>
          <p:nvPr>
            <p:ph type="dt" sz="half" idx="10"/>
          </p:nvPr>
        </p:nvSpPr>
        <p:spPr/>
        <p:txBody>
          <a:bodyPr/>
          <a:lstStyle/>
          <a:p>
            <a:fld id="{388F897D-E3F5-4A59-B513-3E71BAF4F883}" type="datetimeFigureOut">
              <a:rPr lang="en-IN" smtClean="0"/>
              <a:t>28-03-2026</a:t>
            </a:fld>
            <a:endParaRPr lang="en-IN"/>
          </a:p>
        </p:txBody>
      </p:sp>
      <p:sp>
        <p:nvSpPr>
          <p:cNvPr id="5" name="Footer Placeholder 4">
            <a:extLst>
              <a:ext uri="{FF2B5EF4-FFF2-40B4-BE49-F238E27FC236}">
                <a16:creationId xmlns:a16="http://schemas.microsoft.com/office/drawing/2014/main" id="{7CA6C294-1E45-49BD-F7AD-E5A68C7662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C6FE1F-27F4-6F35-CEEC-DD764757EEB2}"/>
              </a:ext>
            </a:extLst>
          </p:cNvPr>
          <p:cNvSpPr>
            <a:spLocks noGrp="1"/>
          </p:cNvSpPr>
          <p:nvPr>
            <p:ph type="sldNum" sz="quarter" idx="12"/>
          </p:nvPr>
        </p:nvSpPr>
        <p:spPr/>
        <p:txBody>
          <a:bodyPr/>
          <a:lstStyle/>
          <a:p>
            <a:fld id="{78E5B91B-0328-4B2D-8B8B-22AB8666DD37}" type="slidenum">
              <a:rPr lang="en-IN" smtClean="0"/>
              <a:t>‹#›</a:t>
            </a:fld>
            <a:endParaRPr lang="en-IN"/>
          </a:p>
        </p:txBody>
      </p:sp>
    </p:spTree>
    <p:extLst>
      <p:ext uri="{BB962C8B-B14F-4D97-AF65-F5344CB8AC3E}">
        <p14:creationId xmlns:p14="http://schemas.microsoft.com/office/powerpoint/2010/main" val="3821753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838131-71EA-2392-18B5-D325FF4882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CBA8D9-1529-0BDD-9CBD-332D6D37CE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77A1E1-BC9C-8379-5ED2-023186000E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8F897D-E3F5-4A59-B513-3E71BAF4F883}" type="datetimeFigureOut">
              <a:rPr lang="en-IN" smtClean="0"/>
              <a:t>28-03-2026</a:t>
            </a:fld>
            <a:endParaRPr lang="en-IN"/>
          </a:p>
        </p:txBody>
      </p:sp>
      <p:sp>
        <p:nvSpPr>
          <p:cNvPr id="5" name="Footer Placeholder 4">
            <a:extLst>
              <a:ext uri="{FF2B5EF4-FFF2-40B4-BE49-F238E27FC236}">
                <a16:creationId xmlns:a16="http://schemas.microsoft.com/office/drawing/2014/main" id="{36E52129-8A08-E402-1B68-09E451D9BE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6645AC0-E9A5-214B-8C8F-236A8F7E97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E5B91B-0328-4B2D-8B8B-22AB8666DD37}" type="slidenum">
              <a:rPr lang="en-IN" smtClean="0"/>
              <a:t>‹#›</a:t>
            </a:fld>
            <a:endParaRPr lang="en-IN"/>
          </a:p>
        </p:txBody>
      </p:sp>
    </p:spTree>
    <p:extLst>
      <p:ext uri="{BB962C8B-B14F-4D97-AF65-F5344CB8AC3E}">
        <p14:creationId xmlns:p14="http://schemas.microsoft.com/office/powerpoint/2010/main" val="30529735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8D3745B-43B4-C4D6-CA40-1604AEC9323C}"/>
              </a:ext>
            </a:extLst>
          </p:cNvPr>
          <p:cNvSpPr>
            <a:spLocks noGrp="1"/>
          </p:cNvSpPr>
          <p:nvPr>
            <p:ph type="subTitle" idx="1"/>
          </p:nvPr>
        </p:nvSpPr>
        <p:spPr>
          <a:xfrm>
            <a:off x="1524000" y="1484671"/>
            <a:ext cx="9448800" cy="4709652"/>
          </a:xfrm>
        </p:spPr>
        <p:txBody>
          <a:bodyPr>
            <a:normAutofit/>
          </a:bodyPr>
          <a:lstStyle/>
          <a:p>
            <a:r>
              <a:rPr lang="en-IN" sz="3600" u="sng" dirty="0">
                <a:solidFill>
                  <a:schemeClr val="tx1">
                    <a:lumMod val="95000"/>
                    <a:lumOff val="5000"/>
                  </a:schemeClr>
                </a:solidFill>
                <a:latin typeface="Arial Rounded MT Bold" panose="020F0704030504030204" pitchFamily="34" charset="0"/>
              </a:rPr>
              <a:t>Project</a:t>
            </a:r>
            <a:r>
              <a:rPr lang="en-IN" sz="3600" dirty="0">
                <a:solidFill>
                  <a:schemeClr val="tx1">
                    <a:lumMod val="95000"/>
                    <a:lumOff val="5000"/>
                  </a:schemeClr>
                </a:solidFill>
                <a:latin typeface="Arial Rounded MT Bold" panose="020F0704030504030204" pitchFamily="34" charset="0"/>
              </a:rPr>
              <a:t>: Online Shopping Cart</a:t>
            </a:r>
          </a:p>
          <a:p>
            <a:endParaRPr lang="en-IN" sz="3600" dirty="0">
              <a:solidFill>
                <a:schemeClr val="tx1">
                  <a:lumMod val="95000"/>
                  <a:lumOff val="5000"/>
                </a:schemeClr>
              </a:solidFill>
              <a:latin typeface="Arial Rounded MT Bold" panose="020F0704030504030204" pitchFamily="34" charset="0"/>
            </a:endParaRPr>
          </a:p>
          <a:p>
            <a:pPr algn="l"/>
            <a:r>
              <a:rPr lang="en-IN" sz="2000" u="sng" dirty="0">
                <a:solidFill>
                  <a:schemeClr val="tx1">
                    <a:lumMod val="95000"/>
                    <a:lumOff val="5000"/>
                  </a:schemeClr>
                </a:solidFill>
                <a:latin typeface="Arial Rounded MT Bold" panose="020F0704030504030204" pitchFamily="34" charset="0"/>
              </a:rPr>
              <a:t>Group</a:t>
            </a:r>
            <a:r>
              <a:rPr lang="en-IN" sz="2000" dirty="0">
                <a:solidFill>
                  <a:schemeClr val="tx1">
                    <a:lumMod val="95000"/>
                    <a:lumOff val="5000"/>
                  </a:schemeClr>
                </a:solidFill>
                <a:latin typeface="Arial Rounded MT Bold" panose="020F0704030504030204" pitchFamily="34" charset="0"/>
              </a:rPr>
              <a:t> </a:t>
            </a:r>
            <a:r>
              <a:rPr lang="en-IN" sz="2000" u="sng" dirty="0">
                <a:solidFill>
                  <a:schemeClr val="tx1">
                    <a:lumMod val="95000"/>
                    <a:lumOff val="5000"/>
                  </a:schemeClr>
                </a:solidFill>
                <a:latin typeface="Arial Rounded MT Bold" panose="020F0704030504030204" pitchFamily="34" charset="0"/>
              </a:rPr>
              <a:t>members</a:t>
            </a:r>
            <a:r>
              <a:rPr lang="en-IN" sz="2000" dirty="0">
                <a:solidFill>
                  <a:schemeClr val="tx1">
                    <a:lumMod val="95000"/>
                    <a:lumOff val="5000"/>
                  </a:schemeClr>
                </a:solidFill>
                <a:latin typeface="Arial Rounded MT Bold" panose="020F0704030504030204" pitchFamily="34" charset="0"/>
              </a:rPr>
              <a:t>:</a:t>
            </a:r>
          </a:p>
          <a:p>
            <a:pPr algn="l"/>
            <a:endParaRPr lang="en-IN" sz="2000" dirty="0">
              <a:solidFill>
                <a:schemeClr val="tx1">
                  <a:lumMod val="95000"/>
                  <a:lumOff val="5000"/>
                </a:schemeClr>
              </a:solidFill>
              <a:latin typeface="Arial Rounded MT Bold" panose="020F0704030504030204" pitchFamily="34" charset="0"/>
            </a:endParaRPr>
          </a:p>
          <a:p>
            <a:pPr algn="l"/>
            <a:r>
              <a:rPr lang="en-IN" sz="2000" dirty="0">
                <a:solidFill>
                  <a:schemeClr val="tx1">
                    <a:lumMod val="95000"/>
                    <a:lumOff val="5000"/>
                  </a:schemeClr>
                </a:solidFill>
                <a:latin typeface="Arial Rounded MT Bold" panose="020F0704030504030204" pitchFamily="34" charset="0"/>
              </a:rPr>
              <a:t>  2510030316-Avusula Rajeshwari</a:t>
            </a:r>
          </a:p>
          <a:p>
            <a:pPr algn="l"/>
            <a:r>
              <a:rPr lang="en-IN" sz="2000" dirty="0">
                <a:solidFill>
                  <a:schemeClr val="tx1">
                    <a:lumMod val="95000"/>
                    <a:lumOff val="5000"/>
                  </a:schemeClr>
                </a:solidFill>
                <a:latin typeface="Arial Rounded MT Bold" panose="020F0704030504030204" pitchFamily="34" charset="0"/>
              </a:rPr>
              <a:t>  2510040091-Guthi Vaishnavi</a:t>
            </a:r>
          </a:p>
          <a:p>
            <a:pPr algn="l"/>
            <a:r>
              <a:rPr lang="en-IN" sz="2000" dirty="0">
                <a:solidFill>
                  <a:schemeClr val="tx1">
                    <a:lumMod val="95000"/>
                    <a:lumOff val="5000"/>
                  </a:schemeClr>
                </a:solidFill>
                <a:latin typeface="Arial Rounded MT Bold" panose="020F0704030504030204" pitchFamily="34" charset="0"/>
              </a:rPr>
              <a:t>  2510030397-RangaReddy Jashwitha</a:t>
            </a:r>
          </a:p>
          <a:p>
            <a:pPr algn="l"/>
            <a:endParaRPr lang="en-IN" sz="2000" dirty="0">
              <a:solidFill>
                <a:schemeClr val="tx1">
                  <a:lumMod val="95000"/>
                  <a:lumOff val="5000"/>
                </a:schemeClr>
              </a:solidFill>
              <a:latin typeface="Arial Rounded MT Bold" panose="020F0704030504030204" pitchFamily="34" charset="0"/>
            </a:endParaRPr>
          </a:p>
          <a:p>
            <a:pPr algn="l"/>
            <a:r>
              <a:rPr lang="en-IN" sz="2000" u="sng" dirty="0">
                <a:solidFill>
                  <a:schemeClr val="tx1">
                    <a:lumMod val="95000"/>
                    <a:lumOff val="5000"/>
                  </a:schemeClr>
                </a:solidFill>
                <a:latin typeface="Arial Rounded MT Bold" panose="020F0704030504030204" pitchFamily="34" charset="0"/>
              </a:rPr>
              <a:t>Guided</a:t>
            </a:r>
            <a:r>
              <a:rPr lang="en-IN" sz="2000" dirty="0">
                <a:solidFill>
                  <a:schemeClr val="tx1">
                    <a:lumMod val="95000"/>
                    <a:lumOff val="5000"/>
                  </a:schemeClr>
                </a:solidFill>
                <a:latin typeface="Arial Rounded MT Bold" panose="020F0704030504030204" pitchFamily="34" charset="0"/>
              </a:rPr>
              <a:t> </a:t>
            </a:r>
            <a:r>
              <a:rPr lang="en-IN" sz="2000" u="sng" dirty="0">
                <a:solidFill>
                  <a:schemeClr val="tx1">
                    <a:lumMod val="95000"/>
                    <a:lumOff val="5000"/>
                  </a:schemeClr>
                </a:solidFill>
                <a:latin typeface="Arial Rounded MT Bold" panose="020F0704030504030204" pitchFamily="34" charset="0"/>
              </a:rPr>
              <a:t>By</a:t>
            </a:r>
            <a:r>
              <a:rPr lang="en-IN" sz="2000" dirty="0">
                <a:solidFill>
                  <a:schemeClr val="tx1">
                    <a:lumMod val="95000"/>
                    <a:lumOff val="5000"/>
                  </a:schemeClr>
                </a:solidFill>
                <a:latin typeface="Arial Rounded MT Bold" panose="020F0704030504030204" pitchFamily="34" charset="0"/>
              </a:rPr>
              <a:t> : Dr. Mahesh Babu sir</a:t>
            </a:r>
          </a:p>
          <a:p>
            <a:pPr algn="l"/>
            <a:endParaRPr lang="en-IN" sz="3600" dirty="0"/>
          </a:p>
        </p:txBody>
      </p:sp>
      <p:pic>
        <p:nvPicPr>
          <p:cNvPr id="5" name="Picture 4">
            <a:extLst>
              <a:ext uri="{FF2B5EF4-FFF2-40B4-BE49-F238E27FC236}">
                <a16:creationId xmlns:a16="http://schemas.microsoft.com/office/drawing/2014/main" id="{9A091189-6E54-95E9-A3F1-374C31E014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2" y="192961"/>
            <a:ext cx="1763152" cy="837327"/>
          </a:xfrm>
          <a:prstGeom prst="rect">
            <a:avLst/>
          </a:prstGeom>
        </p:spPr>
      </p:pic>
    </p:spTree>
    <p:extLst>
      <p:ext uri="{BB962C8B-B14F-4D97-AF65-F5344CB8AC3E}">
        <p14:creationId xmlns:p14="http://schemas.microsoft.com/office/powerpoint/2010/main" val="2447121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0F322-B739-4DEA-8635-3D66989E45E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D901CDA-696D-9F4B-C872-227C7007D5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2" y="192961"/>
            <a:ext cx="1763152" cy="837327"/>
          </a:xfrm>
          <a:prstGeom prst="rect">
            <a:avLst/>
          </a:prstGeom>
        </p:spPr>
      </p:pic>
      <p:sp>
        <p:nvSpPr>
          <p:cNvPr id="4" name="Subtitle 3">
            <a:extLst>
              <a:ext uri="{FF2B5EF4-FFF2-40B4-BE49-F238E27FC236}">
                <a16:creationId xmlns:a16="http://schemas.microsoft.com/office/drawing/2014/main" id="{07B82363-A727-D29D-85A0-E0BAB59B12D1}"/>
              </a:ext>
            </a:extLst>
          </p:cNvPr>
          <p:cNvSpPr>
            <a:spLocks noGrp="1"/>
          </p:cNvSpPr>
          <p:nvPr>
            <p:ph type="subTitle" idx="1"/>
          </p:nvPr>
        </p:nvSpPr>
        <p:spPr>
          <a:xfrm>
            <a:off x="1524000" y="1170039"/>
            <a:ext cx="9144000" cy="4640826"/>
          </a:xfrm>
        </p:spPr>
        <p:txBody>
          <a:bodyPr>
            <a:normAutofit/>
          </a:bodyPr>
          <a:lstStyle/>
          <a:p>
            <a:r>
              <a:rPr lang="en-IN" sz="3200" u="sng" dirty="0">
                <a:latin typeface="Arial Rounded MT Bold" panose="020F0704030504030204" pitchFamily="34" charset="0"/>
              </a:rPr>
              <a:t>Introduction</a:t>
            </a:r>
          </a:p>
          <a:p>
            <a:endParaRPr lang="en-IN" sz="3200" u="sng" dirty="0">
              <a:latin typeface="Arial Rounded MT Bold" panose="020F0704030504030204" pitchFamily="34" charset="0"/>
            </a:endParaRPr>
          </a:p>
          <a:p>
            <a:pPr algn="l"/>
            <a:r>
              <a:rPr lang="en-US" dirty="0">
                <a:latin typeface="Arial Rounded MT Bold" panose="020F0704030504030204" pitchFamily="34" charset="0"/>
              </a:rPr>
              <a:t>The Online Shopping System is a real-time application </a:t>
            </a:r>
          </a:p>
          <a:p>
            <a:pPr algn="l"/>
            <a:r>
              <a:rPr lang="en-US" dirty="0">
                <a:latin typeface="Arial Rounded MT Bold" panose="020F0704030504030204" pitchFamily="34" charset="0"/>
              </a:rPr>
              <a:t>used to manage products, customers, orders  </a:t>
            </a:r>
          </a:p>
          <a:p>
            <a:pPr algn="l"/>
            <a:r>
              <a:rPr lang="en-US" dirty="0">
                <a:latin typeface="Arial Rounded MT Bold" panose="020F0704030504030204" pitchFamily="34" charset="0"/>
              </a:rPr>
              <a:t>and deliveries status.</a:t>
            </a:r>
          </a:p>
          <a:p>
            <a:pPr algn="l"/>
            <a:endParaRPr lang="en-US" dirty="0">
              <a:latin typeface="Arial Rounded MT Bold" panose="020F0704030504030204" pitchFamily="34" charset="0"/>
            </a:endParaRPr>
          </a:p>
          <a:p>
            <a:pPr algn="l"/>
            <a:r>
              <a:rPr lang="en-US" dirty="0">
                <a:latin typeface="Arial Rounded MT Bold" panose="020F0704030504030204" pitchFamily="34" charset="0"/>
              </a:rPr>
              <a:t>This project demonstrates how data structures and </a:t>
            </a:r>
          </a:p>
          <a:p>
            <a:pPr algn="l"/>
            <a:r>
              <a:rPr lang="en-US" dirty="0">
                <a:latin typeface="Arial Rounded MT Bold" panose="020F0704030504030204" pitchFamily="34" charset="0"/>
              </a:rPr>
              <a:t>algorithms help in building scalable systems.</a:t>
            </a:r>
            <a:endParaRPr lang="en-IN" dirty="0">
              <a:latin typeface="Arial Rounded MT Bold" panose="020F0704030504030204" pitchFamily="34" charset="0"/>
            </a:endParaRPr>
          </a:p>
        </p:txBody>
      </p:sp>
    </p:spTree>
    <p:extLst>
      <p:ext uri="{BB962C8B-B14F-4D97-AF65-F5344CB8AC3E}">
        <p14:creationId xmlns:p14="http://schemas.microsoft.com/office/powerpoint/2010/main" val="1867887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14489-8CEC-6858-FE41-D4643A9DEE6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EBF312C-0237-1241-FAD0-20CE0A79E5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2" y="192961"/>
            <a:ext cx="1763152" cy="837327"/>
          </a:xfrm>
          <a:prstGeom prst="rect">
            <a:avLst/>
          </a:prstGeom>
        </p:spPr>
      </p:pic>
      <p:sp>
        <p:nvSpPr>
          <p:cNvPr id="3" name="Subtitle 2">
            <a:extLst>
              <a:ext uri="{FF2B5EF4-FFF2-40B4-BE49-F238E27FC236}">
                <a16:creationId xmlns:a16="http://schemas.microsoft.com/office/drawing/2014/main" id="{DAC125B4-2535-48ED-0C87-593D87F6C020}"/>
              </a:ext>
            </a:extLst>
          </p:cNvPr>
          <p:cNvSpPr>
            <a:spLocks noGrp="1"/>
          </p:cNvSpPr>
          <p:nvPr>
            <p:ph type="subTitle" idx="1"/>
          </p:nvPr>
        </p:nvSpPr>
        <p:spPr>
          <a:xfrm>
            <a:off x="1524000" y="1297858"/>
            <a:ext cx="9144000" cy="3959942"/>
          </a:xfrm>
        </p:spPr>
        <p:txBody>
          <a:bodyPr/>
          <a:lstStyle/>
          <a:p>
            <a:r>
              <a:rPr lang="en-IN" sz="3200" u="sng" dirty="0">
                <a:latin typeface="Arial Rounded MT Bold" panose="020F0704030504030204" pitchFamily="34" charset="0"/>
              </a:rPr>
              <a:t>Features</a:t>
            </a:r>
          </a:p>
          <a:p>
            <a:endParaRPr lang="en-IN" dirty="0">
              <a:latin typeface="Arial Rounded MT Bold" panose="020F0704030504030204" pitchFamily="34" charset="0"/>
            </a:endParaRPr>
          </a:p>
          <a:p>
            <a:pPr algn="l"/>
            <a:r>
              <a:rPr lang="en-US" sz="2000" dirty="0">
                <a:latin typeface="Arial Rounded MT Bold" panose="020F0704030504030204" pitchFamily="34" charset="0"/>
              </a:rPr>
              <a:t>• Manage product details efficiently.</a:t>
            </a:r>
          </a:p>
          <a:p>
            <a:pPr algn="l"/>
            <a:r>
              <a:rPr lang="en-US" sz="2000" dirty="0">
                <a:latin typeface="Arial Rounded MT Bold" panose="020F0704030504030204" pitchFamily="34" charset="0"/>
              </a:rPr>
              <a:t>• Add and remove items from cart</a:t>
            </a:r>
          </a:p>
          <a:p>
            <a:pPr algn="l"/>
            <a:r>
              <a:rPr lang="en-US" sz="2000" dirty="0">
                <a:latin typeface="Arial Rounded MT Bold" panose="020F0704030504030204" pitchFamily="34" charset="0"/>
              </a:rPr>
              <a:t>• Process customer orders</a:t>
            </a:r>
          </a:p>
          <a:p>
            <a:pPr algn="l"/>
            <a:r>
              <a:rPr lang="en-US" sz="2000" dirty="0">
                <a:latin typeface="Arial Rounded MT Bold" panose="020F0704030504030204" pitchFamily="34" charset="0"/>
              </a:rPr>
              <a:t>• Handle delivery status</a:t>
            </a:r>
          </a:p>
          <a:p>
            <a:pPr algn="l"/>
            <a:r>
              <a:rPr lang="en-US" sz="2000" dirty="0">
                <a:latin typeface="Arial Rounded MT Bold" panose="020F0704030504030204" pitchFamily="34" charset="0"/>
              </a:rPr>
              <a:t>• Provide fast product search</a:t>
            </a:r>
          </a:p>
          <a:p>
            <a:pPr algn="l"/>
            <a:r>
              <a:rPr lang="en-US" sz="2000" dirty="0">
                <a:latin typeface="Arial Rounded MT Bold" panose="020F0704030504030204" pitchFamily="34" charset="0"/>
              </a:rPr>
              <a:t>• Sort products based on price</a:t>
            </a:r>
            <a:r>
              <a:rPr lang="en-US" sz="1600" dirty="0">
                <a:latin typeface="Arial Rounded MT Bold" panose="020F0704030504030204" pitchFamily="34" charset="0"/>
              </a:rPr>
              <a:t>.</a:t>
            </a:r>
            <a:endParaRPr lang="en-IN" sz="1600" dirty="0">
              <a:latin typeface="Arial Rounded MT Bold" panose="020F0704030504030204" pitchFamily="34" charset="0"/>
            </a:endParaRPr>
          </a:p>
        </p:txBody>
      </p:sp>
    </p:spTree>
    <p:extLst>
      <p:ext uri="{BB962C8B-B14F-4D97-AF65-F5344CB8AC3E}">
        <p14:creationId xmlns:p14="http://schemas.microsoft.com/office/powerpoint/2010/main" val="4028586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F442F-F2BD-C21D-FC84-B3459353287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94E7E58-74A6-BC42-96D0-49B666EF86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2" y="192961"/>
            <a:ext cx="1763152" cy="837327"/>
          </a:xfrm>
          <a:prstGeom prst="rect">
            <a:avLst/>
          </a:prstGeom>
        </p:spPr>
      </p:pic>
      <p:sp>
        <p:nvSpPr>
          <p:cNvPr id="4" name="Subtitle 3">
            <a:extLst>
              <a:ext uri="{FF2B5EF4-FFF2-40B4-BE49-F238E27FC236}">
                <a16:creationId xmlns:a16="http://schemas.microsoft.com/office/drawing/2014/main" id="{BAD3010D-A930-672F-C7B3-7189B49AD514}"/>
              </a:ext>
            </a:extLst>
          </p:cNvPr>
          <p:cNvSpPr>
            <a:spLocks noGrp="1"/>
          </p:cNvSpPr>
          <p:nvPr>
            <p:ph type="subTitle" idx="1"/>
          </p:nvPr>
        </p:nvSpPr>
        <p:spPr>
          <a:xfrm>
            <a:off x="1700463" y="1376517"/>
            <a:ext cx="9144000" cy="4170042"/>
          </a:xfrm>
        </p:spPr>
        <p:txBody>
          <a:bodyPr>
            <a:normAutofit/>
          </a:bodyPr>
          <a:lstStyle/>
          <a:p>
            <a:r>
              <a:rPr lang="en-IN" sz="3200" u="sng" dirty="0">
                <a:latin typeface="Arial Rounded MT Bold" panose="020F0704030504030204" pitchFamily="34" charset="0"/>
              </a:rPr>
              <a:t>Working of System</a:t>
            </a:r>
          </a:p>
          <a:p>
            <a:endParaRPr lang="en-IN" sz="1800" u="sng" dirty="0">
              <a:latin typeface="Arial Rounded MT Bold" panose="020F0704030504030204" pitchFamily="34" charset="0"/>
            </a:endParaRPr>
          </a:p>
          <a:p>
            <a:endParaRPr lang="en-IN" sz="1800" u="sng" dirty="0">
              <a:latin typeface="Arial Rounded MT Bold" panose="020F0704030504030204" pitchFamily="34" charset="0"/>
            </a:endParaRPr>
          </a:p>
          <a:p>
            <a:pPr algn="l"/>
            <a:r>
              <a:rPr lang="en-US" sz="1800" dirty="0">
                <a:latin typeface="Arial Rounded MT Bold" panose="020F0704030504030204" pitchFamily="34" charset="0"/>
              </a:rPr>
              <a:t>1. User selects products from the system</a:t>
            </a:r>
          </a:p>
          <a:p>
            <a:pPr algn="l"/>
            <a:r>
              <a:rPr lang="en-US" sz="1800" dirty="0">
                <a:latin typeface="Arial Rounded MT Bold" panose="020F0704030504030204" pitchFamily="34" charset="0"/>
              </a:rPr>
              <a:t>2. Products are added to the shopping cart</a:t>
            </a:r>
          </a:p>
          <a:p>
            <a:pPr algn="l"/>
            <a:r>
              <a:rPr lang="en-US" sz="1800" dirty="0">
                <a:latin typeface="Arial Rounded MT Bold" panose="020F0704030504030204" pitchFamily="34" charset="0"/>
              </a:rPr>
              <a:t>3. User can modify or remove items</a:t>
            </a:r>
          </a:p>
          <a:p>
            <a:pPr algn="l"/>
            <a:r>
              <a:rPr lang="en-US" sz="1800" dirty="0">
                <a:latin typeface="Arial Rounded MT Bold" panose="020F0704030504030204" pitchFamily="34" charset="0"/>
              </a:rPr>
              <a:t>4. Delivery status handled</a:t>
            </a:r>
            <a:endParaRPr lang="en-IN" sz="1800" dirty="0">
              <a:latin typeface="Arial Rounded MT Bold" panose="020F0704030504030204" pitchFamily="34" charset="0"/>
            </a:endParaRPr>
          </a:p>
        </p:txBody>
      </p:sp>
    </p:spTree>
    <p:extLst>
      <p:ext uri="{BB962C8B-B14F-4D97-AF65-F5344CB8AC3E}">
        <p14:creationId xmlns:p14="http://schemas.microsoft.com/office/powerpoint/2010/main" val="1430887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E6755-A249-D50D-8020-C4AB171448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67C5B6E-B97E-1F59-A932-BB06B6D9C7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2" y="192961"/>
            <a:ext cx="1763152" cy="837327"/>
          </a:xfrm>
          <a:prstGeom prst="rect">
            <a:avLst/>
          </a:prstGeom>
        </p:spPr>
      </p:pic>
      <p:sp>
        <p:nvSpPr>
          <p:cNvPr id="3" name="Subtitle 2">
            <a:extLst>
              <a:ext uri="{FF2B5EF4-FFF2-40B4-BE49-F238E27FC236}">
                <a16:creationId xmlns:a16="http://schemas.microsoft.com/office/drawing/2014/main" id="{CE998476-C157-97D2-3387-EA3E8F775A9C}"/>
              </a:ext>
            </a:extLst>
          </p:cNvPr>
          <p:cNvSpPr>
            <a:spLocks noGrp="1"/>
          </p:cNvSpPr>
          <p:nvPr>
            <p:ph type="subTitle" idx="1"/>
          </p:nvPr>
        </p:nvSpPr>
        <p:spPr>
          <a:xfrm>
            <a:off x="1056967" y="1030288"/>
            <a:ext cx="10078065" cy="5171768"/>
          </a:xfrm>
        </p:spPr>
        <p:txBody>
          <a:bodyPr/>
          <a:lstStyle/>
          <a:p>
            <a:r>
              <a:rPr lang="en-US" dirty="0">
                <a:latin typeface="Arial Rounded MT Bold" panose="020F0704030504030204" pitchFamily="34" charset="0"/>
              </a:rPr>
              <a:t>A</a:t>
            </a:r>
            <a:r>
              <a:rPr lang="en-IN" u="sng" dirty="0">
                <a:latin typeface="Arial Rounded MT Bold" panose="020F0704030504030204" pitchFamily="34" charset="0"/>
              </a:rPr>
              <a:t>rrays</a:t>
            </a:r>
          </a:p>
          <a:p>
            <a:endParaRPr lang="en-IN" u="sng" dirty="0">
              <a:latin typeface="Arial Rounded MT Bold" panose="020F0704030504030204" pitchFamily="34" charset="0"/>
            </a:endParaRPr>
          </a:p>
          <a:p>
            <a:pPr algn="l"/>
            <a:r>
              <a:rPr lang="en-IN" dirty="0"/>
              <a:t>Arrays are used to display the items in the cart.</a:t>
            </a:r>
          </a:p>
          <a:p>
            <a:pPr algn="l"/>
            <a:r>
              <a:rPr lang="en-IN" dirty="0"/>
              <a:t>And also created search and sorting operations.</a:t>
            </a:r>
          </a:p>
        </p:txBody>
      </p:sp>
      <p:pic>
        <p:nvPicPr>
          <p:cNvPr id="4" name="Picture 3">
            <a:extLst>
              <a:ext uri="{FF2B5EF4-FFF2-40B4-BE49-F238E27FC236}">
                <a16:creationId xmlns:a16="http://schemas.microsoft.com/office/drawing/2014/main" id="{F5BE9921-21BD-1BDF-EAAA-B98B368A87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5496" y="2925096"/>
            <a:ext cx="8160774" cy="3932904"/>
          </a:xfrm>
          <a:prstGeom prst="rect">
            <a:avLst/>
          </a:prstGeom>
        </p:spPr>
      </p:pic>
    </p:spTree>
    <p:extLst>
      <p:ext uri="{BB962C8B-B14F-4D97-AF65-F5344CB8AC3E}">
        <p14:creationId xmlns:p14="http://schemas.microsoft.com/office/powerpoint/2010/main" val="3263555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F481E-7395-1E6B-8542-8A43AD2B774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7635162-E2D5-50A5-4CAD-59B4C13876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2" y="192961"/>
            <a:ext cx="1763152" cy="837327"/>
          </a:xfrm>
          <a:prstGeom prst="rect">
            <a:avLst/>
          </a:prstGeom>
        </p:spPr>
      </p:pic>
      <p:sp>
        <p:nvSpPr>
          <p:cNvPr id="4" name="Subtitle 3">
            <a:extLst>
              <a:ext uri="{FF2B5EF4-FFF2-40B4-BE49-F238E27FC236}">
                <a16:creationId xmlns:a16="http://schemas.microsoft.com/office/drawing/2014/main" id="{2EB0D0B8-2EC2-75A0-DBD3-4FCE5D23207D}"/>
              </a:ext>
            </a:extLst>
          </p:cNvPr>
          <p:cNvSpPr>
            <a:spLocks noGrp="1"/>
          </p:cNvSpPr>
          <p:nvPr>
            <p:ph type="subTitle" idx="1"/>
          </p:nvPr>
        </p:nvSpPr>
        <p:spPr>
          <a:xfrm>
            <a:off x="747252" y="943898"/>
            <a:ext cx="10579509" cy="4743238"/>
          </a:xfrm>
        </p:spPr>
        <p:txBody>
          <a:bodyPr>
            <a:normAutofit/>
          </a:bodyPr>
          <a:lstStyle/>
          <a:p>
            <a:r>
              <a:rPr lang="en-US" u="sng" dirty="0">
                <a:latin typeface="Arial Rounded MT Bold" panose="020F0704030504030204" pitchFamily="34" charset="0"/>
              </a:rPr>
              <a:t>Linked list</a:t>
            </a:r>
          </a:p>
          <a:p>
            <a:pPr algn="l"/>
            <a:endParaRPr lang="en-US" sz="1800" dirty="0"/>
          </a:p>
          <a:p>
            <a:pPr algn="l"/>
            <a:r>
              <a:rPr lang="en-IN" sz="1800" dirty="0"/>
              <a:t>Linked list is used to create the order history.</a:t>
            </a:r>
          </a:p>
        </p:txBody>
      </p:sp>
      <p:pic>
        <p:nvPicPr>
          <p:cNvPr id="3" name="Picture 2">
            <a:extLst>
              <a:ext uri="{FF2B5EF4-FFF2-40B4-BE49-F238E27FC236}">
                <a16:creationId xmlns:a16="http://schemas.microsoft.com/office/drawing/2014/main" id="{1EFA8C72-AE43-FC71-1A8E-738527445C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3935" y="2289752"/>
            <a:ext cx="8062452" cy="4170042"/>
          </a:xfrm>
          <a:prstGeom prst="rect">
            <a:avLst/>
          </a:prstGeom>
        </p:spPr>
      </p:pic>
    </p:spTree>
    <p:extLst>
      <p:ext uri="{BB962C8B-B14F-4D97-AF65-F5344CB8AC3E}">
        <p14:creationId xmlns:p14="http://schemas.microsoft.com/office/powerpoint/2010/main" val="4072352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E86F9-31DE-9738-D084-EBE1C43F88E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A355B22-CDB4-3596-E073-5959388025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2" y="192961"/>
            <a:ext cx="1763152" cy="837327"/>
          </a:xfrm>
          <a:prstGeom prst="rect">
            <a:avLst/>
          </a:prstGeom>
        </p:spPr>
      </p:pic>
      <p:sp>
        <p:nvSpPr>
          <p:cNvPr id="4" name="Subtitle 3">
            <a:extLst>
              <a:ext uri="{FF2B5EF4-FFF2-40B4-BE49-F238E27FC236}">
                <a16:creationId xmlns:a16="http://schemas.microsoft.com/office/drawing/2014/main" id="{47535B53-F231-1F9F-CD81-FCCAF84047F8}"/>
              </a:ext>
            </a:extLst>
          </p:cNvPr>
          <p:cNvSpPr>
            <a:spLocks noGrp="1"/>
          </p:cNvSpPr>
          <p:nvPr>
            <p:ph type="subTitle" idx="1"/>
          </p:nvPr>
        </p:nvSpPr>
        <p:spPr>
          <a:xfrm>
            <a:off x="747252" y="943898"/>
            <a:ext cx="10579509" cy="4743238"/>
          </a:xfrm>
        </p:spPr>
        <p:txBody>
          <a:bodyPr>
            <a:normAutofit/>
          </a:bodyPr>
          <a:lstStyle/>
          <a:p>
            <a:r>
              <a:rPr lang="en-US" u="sng" dirty="0">
                <a:latin typeface="Arial Rounded MT Bold" panose="020F0704030504030204" pitchFamily="34" charset="0"/>
              </a:rPr>
              <a:t>Stacks</a:t>
            </a:r>
          </a:p>
          <a:p>
            <a:pPr algn="l"/>
            <a:endParaRPr lang="en-US" sz="1800" dirty="0"/>
          </a:p>
          <a:p>
            <a:pPr algn="l"/>
            <a:r>
              <a:rPr lang="en-IN" sz="1800" dirty="0"/>
              <a:t>Stacks are used to create the Add Cart.</a:t>
            </a:r>
          </a:p>
        </p:txBody>
      </p:sp>
      <p:pic>
        <p:nvPicPr>
          <p:cNvPr id="6" name="Picture 5">
            <a:extLst>
              <a:ext uri="{FF2B5EF4-FFF2-40B4-BE49-F238E27FC236}">
                <a16:creationId xmlns:a16="http://schemas.microsoft.com/office/drawing/2014/main" id="{718546D9-B832-B5E9-7CE6-2588D61654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2594" y="2467897"/>
            <a:ext cx="8160774" cy="3766984"/>
          </a:xfrm>
          <a:prstGeom prst="rect">
            <a:avLst/>
          </a:prstGeom>
        </p:spPr>
      </p:pic>
    </p:spTree>
    <p:extLst>
      <p:ext uri="{BB962C8B-B14F-4D97-AF65-F5344CB8AC3E}">
        <p14:creationId xmlns:p14="http://schemas.microsoft.com/office/powerpoint/2010/main" val="3608999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211AB-4A84-2133-F1CA-03F3E7CB0CA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B3EC535-D264-ED1E-604F-D7F5AB198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2" y="192961"/>
            <a:ext cx="1763152" cy="837327"/>
          </a:xfrm>
          <a:prstGeom prst="rect">
            <a:avLst/>
          </a:prstGeom>
        </p:spPr>
      </p:pic>
      <p:sp>
        <p:nvSpPr>
          <p:cNvPr id="4" name="Subtitle 3">
            <a:extLst>
              <a:ext uri="{FF2B5EF4-FFF2-40B4-BE49-F238E27FC236}">
                <a16:creationId xmlns:a16="http://schemas.microsoft.com/office/drawing/2014/main" id="{FBF84D5C-3224-FF5B-FAF0-2C93BBDB7F11}"/>
              </a:ext>
            </a:extLst>
          </p:cNvPr>
          <p:cNvSpPr>
            <a:spLocks noGrp="1"/>
          </p:cNvSpPr>
          <p:nvPr>
            <p:ph type="subTitle" idx="1"/>
          </p:nvPr>
        </p:nvSpPr>
        <p:spPr>
          <a:xfrm>
            <a:off x="747252" y="943898"/>
            <a:ext cx="10579509" cy="4743238"/>
          </a:xfrm>
        </p:spPr>
        <p:txBody>
          <a:bodyPr>
            <a:normAutofit/>
          </a:bodyPr>
          <a:lstStyle/>
          <a:p>
            <a:r>
              <a:rPr lang="en-US" u="sng" dirty="0">
                <a:latin typeface="Arial Rounded MT Bold" panose="020F0704030504030204" pitchFamily="34" charset="0"/>
              </a:rPr>
              <a:t>Queues</a:t>
            </a:r>
          </a:p>
          <a:p>
            <a:pPr algn="l"/>
            <a:endParaRPr lang="en-US" sz="1800" dirty="0"/>
          </a:p>
          <a:p>
            <a:pPr algn="l"/>
            <a:r>
              <a:rPr lang="en-IN" sz="1800" dirty="0"/>
              <a:t>Queues are used to create the Wishlist.</a:t>
            </a:r>
          </a:p>
        </p:txBody>
      </p:sp>
      <p:pic>
        <p:nvPicPr>
          <p:cNvPr id="3" name="Picture 2">
            <a:extLst>
              <a:ext uri="{FF2B5EF4-FFF2-40B4-BE49-F238E27FC236}">
                <a16:creationId xmlns:a16="http://schemas.microsoft.com/office/drawing/2014/main" id="{8D22F47D-3AB4-FC41-4414-CBE0EE3118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7019" y="2297463"/>
            <a:ext cx="9979742" cy="4140610"/>
          </a:xfrm>
          <a:prstGeom prst="rect">
            <a:avLst/>
          </a:prstGeom>
        </p:spPr>
      </p:pic>
    </p:spTree>
    <p:extLst>
      <p:ext uri="{BB962C8B-B14F-4D97-AF65-F5344CB8AC3E}">
        <p14:creationId xmlns:p14="http://schemas.microsoft.com/office/powerpoint/2010/main" val="521555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88A93-593B-1105-58C4-94A6EB4893E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E9E9491-A01B-B896-1819-049FCBD873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2" y="192961"/>
            <a:ext cx="1763152" cy="837327"/>
          </a:xfrm>
          <a:prstGeom prst="rect">
            <a:avLst/>
          </a:prstGeom>
        </p:spPr>
      </p:pic>
      <p:sp>
        <p:nvSpPr>
          <p:cNvPr id="3" name="Subtitle 2">
            <a:extLst>
              <a:ext uri="{FF2B5EF4-FFF2-40B4-BE49-F238E27FC236}">
                <a16:creationId xmlns:a16="http://schemas.microsoft.com/office/drawing/2014/main" id="{13E6F1DC-7592-2F74-825E-513A36D6B26F}"/>
              </a:ext>
            </a:extLst>
          </p:cNvPr>
          <p:cNvSpPr>
            <a:spLocks noGrp="1"/>
          </p:cNvSpPr>
          <p:nvPr>
            <p:ph type="subTitle" idx="1"/>
          </p:nvPr>
        </p:nvSpPr>
        <p:spPr>
          <a:xfrm>
            <a:off x="1602658" y="1559641"/>
            <a:ext cx="9144000" cy="3966087"/>
          </a:xfrm>
        </p:spPr>
        <p:txBody>
          <a:bodyPr>
            <a:normAutofit/>
          </a:bodyPr>
          <a:lstStyle/>
          <a:p>
            <a:r>
              <a:rPr lang="en-US" sz="2000" u="sng" dirty="0">
                <a:latin typeface="Arial Rounded MT Bold" panose="020F0704030504030204" pitchFamily="34" charset="0"/>
              </a:rPr>
              <a:t>File Writer</a:t>
            </a:r>
            <a:endParaRPr lang="en-IN" sz="2000" u="sng" dirty="0">
              <a:latin typeface="Arial Rounded MT Bold" panose="020F0704030504030204" pitchFamily="34" charset="0"/>
            </a:endParaRPr>
          </a:p>
        </p:txBody>
      </p:sp>
      <p:pic>
        <p:nvPicPr>
          <p:cNvPr id="7" name="Picture 6">
            <a:extLst>
              <a:ext uri="{FF2B5EF4-FFF2-40B4-BE49-F238E27FC236}">
                <a16:creationId xmlns:a16="http://schemas.microsoft.com/office/drawing/2014/main" id="{C831AEB2-C1D0-EF27-0B00-BBEAEACA93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0748" y="2566219"/>
            <a:ext cx="8445910" cy="3363861"/>
          </a:xfrm>
          <a:prstGeom prst="rect">
            <a:avLst/>
          </a:prstGeom>
        </p:spPr>
      </p:pic>
    </p:spTree>
    <p:extLst>
      <p:ext uri="{BB962C8B-B14F-4D97-AF65-F5344CB8AC3E}">
        <p14:creationId xmlns:p14="http://schemas.microsoft.com/office/powerpoint/2010/main" val="1847842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3B44-8366-293A-E621-B7DE5770F0D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AEF784C-D0CB-7A2E-12FD-BEB16793C0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2" y="192961"/>
            <a:ext cx="1763152" cy="837327"/>
          </a:xfrm>
          <a:prstGeom prst="rect">
            <a:avLst/>
          </a:prstGeom>
        </p:spPr>
      </p:pic>
      <p:sp>
        <p:nvSpPr>
          <p:cNvPr id="3" name="Subtitle 2">
            <a:extLst>
              <a:ext uri="{FF2B5EF4-FFF2-40B4-BE49-F238E27FC236}">
                <a16:creationId xmlns:a16="http://schemas.microsoft.com/office/drawing/2014/main" id="{6E162EF7-8608-819C-295A-15CFCE658268}"/>
              </a:ext>
            </a:extLst>
          </p:cNvPr>
          <p:cNvSpPr>
            <a:spLocks noGrp="1"/>
          </p:cNvSpPr>
          <p:nvPr>
            <p:ph type="subTitle" idx="1"/>
          </p:nvPr>
        </p:nvSpPr>
        <p:spPr>
          <a:xfrm>
            <a:off x="1524000" y="1602659"/>
            <a:ext cx="9144000" cy="5496232"/>
          </a:xfrm>
        </p:spPr>
        <p:txBody>
          <a:bodyPr>
            <a:normAutofit/>
          </a:bodyPr>
          <a:lstStyle/>
          <a:p>
            <a:r>
              <a:rPr lang="en-US" u="sng" dirty="0">
                <a:latin typeface="Arial Rounded MT Bold" panose="020F0704030504030204" pitchFamily="34" charset="0"/>
              </a:rPr>
              <a:t>Conclusion</a:t>
            </a:r>
          </a:p>
          <a:p>
            <a:endParaRPr lang="en-US" u="sng" dirty="0">
              <a:latin typeface="Arial Rounded MT Bold" panose="020F0704030504030204" pitchFamily="34" charset="0"/>
            </a:endParaRPr>
          </a:p>
          <a:p>
            <a:endParaRPr lang="en-US" u="sng" dirty="0">
              <a:latin typeface="Arial Rounded MT Bold" panose="020F0704030504030204" pitchFamily="34" charset="0"/>
            </a:endParaRPr>
          </a:p>
          <a:p>
            <a:pPr algn="l"/>
            <a:r>
              <a:rPr lang="en-US" sz="2000" dirty="0"/>
              <a:t>This project demonstrates the use of data structures like arrays, linked lists, stacks, and queues along with searching and sorting algorithms to build an efficient online shopping system. It improves performance, data management, and user experience, reflecting real-world e-commerce applications.</a:t>
            </a:r>
          </a:p>
          <a:p>
            <a:pPr algn="l"/>
            <a:endParaRPr lang="en-IN" dirty="0"/>
          </a:p>
        </p:txBody>
      </p:sp>
    </p:spTree>
    <p:extLst>
      <p:ext uri="{BB962C8B-B14F-4D97-AF65-F5344CB8AC3E}">
        <p14:creationId xmlns:p14="http://schemas.microsoft.com/office/powerpoint/2010/main" val="8083609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230</Words>
  <Application>Microsoft Office PowerPoint</Application>
  <PresentationFormat>Widescreen</PresentationFormat>
  <Paragraphs>50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Arial Rounded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AVUSULA RAJESHWARI</dc:creator>
  <cp:lastModifiedBy>AVUSULA RAJESHWARI</cp:lastModifiedBy>
  <cp:revision>1</cp:revision>
  <dcterms:created xsi:type="dcterms:W3CDTF">2026-03-27T12:15:13Z</dcterms:created>
  <dcterms:modified xsi:type="dcterms:W3CDTF">2026-03-28T03:50:04Z</dcterms:modified>
</cp:coreProperties>
</file>